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4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3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09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61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22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60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783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484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702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40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817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09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7D0AE-3083-4EB5-BB74-08BC97313B28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CD21A-85C5-43C8-94BD-7CD646B05B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64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0"/>
            <a:ext cx="12158663" cy="750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4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1</cp:revision>
  <dcterms:created xsi:type="dcterms:W3CDTF">2026-04-07T06:41:48Z</dcterms:created>
  <dcterms:modified xsi:type="dcterms:W3CDTF">2026-04-27T08:29:24Z</dcterms:modified>
</cp:coreProperties>
</file>